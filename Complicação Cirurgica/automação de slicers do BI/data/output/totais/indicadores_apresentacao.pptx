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2205532"/>
          <a:ext cx="5364344" cy="4103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96"/>
                <a:gridCol w="1440426"/>
                <a:gridCol w="695378"/>
                <a:gridCol w="844387"/>
                <a:gridCol w="894057"/>
              </a:tblGrid>
              <a:tr h="205191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75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75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75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75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75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2.448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583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1.343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1.003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278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10.770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2.718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25.2%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492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29.9%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2.240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611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23.2%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20.1%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1.556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394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24.1%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1.280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284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170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29.2%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855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16.5%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560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24.8%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27.2%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83.3%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532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146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27.4%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482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18.7%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476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17.2%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80654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8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8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8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8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8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41.2%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93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18.3%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26.3%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55.6%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18.8%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466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24.5%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37.9%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28.9%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9.4%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394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28.9%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28828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39.3%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12.1%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290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31.4%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19.7%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60.0%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31.4%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27.8%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45.5%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172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29.7%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14526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26.5%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155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21.9%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19.4%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41.7%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24.5%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28828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25.7%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26.5%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14526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46.2%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46.2%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145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26.9%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821"/>
                <a:gridCol w="1527513"/>
                <a:gridCol w="737420"/>
                <a:gridCol w="895438"/>
                <a:gridCol w="948111"/>
              </a:tblGrid>
              <a:tr h="264033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71.1%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14.8%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129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29.5%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099"/>
                <a:gridCol w="1484281"/>
                <a:gridCol w="716549"/>
                <a:gridCol w="870096"/>
                <a:gridCol w="921278"/>
              </a:tblGrid>
              <a:tr h="264033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48.8%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32.5%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078"/>
                <a:gridCol w="1498417"/>
                <a:gridCol w="723374"/>
                <a:gridCol w="878382"/>
                <a:gridCol w="930052"/>
              </a:tblGrid>
              <a:tr h="286035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081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081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081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081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081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32.1%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22.6%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2205532"/>
          <a:ext cx="5364344" cy="4103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96"/>
                <a:gridCol w="1440426"/>
                <a:gridCol w="695378"/>
                <a:gridCol w="844387"/>
                <a:gridCol w="894057"/>
              </a:tblGrid>
              <a:tr h="205191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75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75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75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75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75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2.448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252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1.343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1.003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96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9.6%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10.770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1.053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5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492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2.240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254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11.3%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1.556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16.2%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1.280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170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855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560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532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482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9.0%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6.2%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476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80654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8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8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8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8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68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35.1%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93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8.1%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466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7.9%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394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28828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44.4%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17.9%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290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12.4%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22.7%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11.3%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172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14526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155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6.5%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28828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14526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81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58.8%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29.4%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145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11.7%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821"/>
                <a:gridCol w="1527513"/>
                <a:gridCol w="737420"/>
                <a:gridCol w="895438"/>
                <a:gridCol w="948111"/>
              </a:tblGrid>
              <a:tr h="264033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74.1%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129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20.9%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099"/>
                <a:gridCol w="1484281"/>
                <a:gridCol w="716549"/>
                <a:gridCol w="870096"/>
                <a:gridCol w="921278"/>
              </a:tblGrid>
              <a:tr h="264033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9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60.9%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18.3%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078"/>
                <a:gridCol w="1498417"/>
                <a:gridCol w="723374"/>
                <a:gridCol w="878382"/>
                <a:gridCol w="930052"/>
              </a:tblGrid>
              <a:tr h="286035"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081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081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081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081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1081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4.0%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1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