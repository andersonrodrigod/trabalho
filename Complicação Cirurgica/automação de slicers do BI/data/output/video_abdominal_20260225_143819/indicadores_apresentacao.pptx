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3177311"/>
          <a:ext cx="5364344" cy="216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24.2%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4522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45228"/>
          <a:ext cx="5425302" cy="168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281635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39.6%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95.5%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31.9%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35.4%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3177311"/>
          <a:ext cx="5364344" cy="216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4522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45228"/>
          <a:ext cx="5425302" cy="168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281635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