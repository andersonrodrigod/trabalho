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446879"/>
          <a:ext cx="5364344" cy="357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178587"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583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2.718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611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284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146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5978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18.7%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1452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5978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03173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5978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29.7%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672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03173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672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119046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29.5%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119046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32.5%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128967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22.6%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446879"/>
          <a:ext cx="5364344" cy="357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6"/>
                <a:gridCol w="1440426"/>
                <a:gridCol w="695378"/>
                <a:gridCol w="844387"/>
                <a:gridCol w="894057"/>
              </a:tblGrid>
              <a:tr h="178587"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50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2.448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1.003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000000"/>
                          </a:solidFill>
                        </a:rPr>
                        <a:t>0.3%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78587">
                <a:tc>
                  <a:txBody>
                    <a:bodyPr/>
                    <a:lstStyle/>
                    <a:p>
                      <a:pPr algn="l"/>
                      <a:r>
                        <a:rPr sz="50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10.770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1.053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0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492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2.240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1.556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1.280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855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560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532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5978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482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77380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77380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476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1452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452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466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7.9%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5978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300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7.3%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03173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17.9%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290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194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11.3%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85978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85978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672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103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PEDIATRICA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3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103173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173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147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29"/>
                <a:gridCol w="1456794"/>
                <a:gridCol w="703280"/>
                <a:gridCol w="853983"/>
                <a:gridCol w="904217"/>
              </a:tblGrid>
              <a:tr h="96725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29.4%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CARDIACA/HEMODINAMICA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ANGIOLOGIA/CIRUR VASCULAR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96725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821"/>
                <a:gridCol w="1527513"/>
                <a:gridCol w="737420"/>
                <a:gridCol w="895438"/>
                <a:gridCol w="948111"/>
              </a:tblGrid>
              <a:tr h="119046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PROCTOLOGIA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20.9%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3" cy="154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99"/>
                <a:gridCol w="1484281"/>
                <a:gridCol w="716549"/>
                <a:gridCol w="870096"/>
                <a:gridCol w="921278"/>
              </a:tblGrid>
              <a:tr h="119046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DE CABECA E PESCOCO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PLASTICA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TORACICA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046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18.3%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078"/>
                <a:gridCol w="1498417"/>
                <a:gridCol w="723374"/>
                <a:gridCol w="878382"/>
                <a:gridCol w="930052"/>
              </a:tblGrid>
              <a:tr h="128967"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432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OBSTETRICIA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ORTOPEDIA E TRAUMATOLOGIA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MASTOLOGIA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OTORRINOLARINGOLOGIA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CIRURGIA BUCO MAXILO FACIAL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NEUROCIRURGIA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128967">
                <a:tc>
                  <a:txBody>
                    <a:bodyPr/>
                    <a:lstStyle/>
                    <a:p>
                      <a:pPr algn="l"/>
                      <a:r>
                        <a:rPr sz="432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432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