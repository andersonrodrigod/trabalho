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3177311"/>
          <a:ext cx="5364344" cy="216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4522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45228"/>
          <a:ext cx="5425302" cy="168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281635"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39.6%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31.9%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35.4%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3177311"/>
          <a:ext cx="5364344" cy="216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7634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45228"/>
          <a:ext cx="5425303" cy="16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41401"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401">
                <a:tc>
                  <a:txBody>
                    <a:bodyPr/>
                    <a:lstStyle/>
                    <a:p>
                      <a:pPr algn="l"/>
                      <a:r>
                        <a:rPr sz="91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45228"/>
          <a:ext cx="5425302" cy="168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281635"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94972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10403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418609"/>
          <a:ext cx="5425302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572914"/>
          <a:ext cx="542530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258339"/>
          <a:ext cx="5425302" cy="92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6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16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