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39680" y="1371600"/>
            <a:ext cx="5364347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GERAL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39680" y="2205532"/>
          <a:ext cx="5364344" cy="4103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891"/>
                <a:gridCol w="1571374"/>
                <a:gridCol w="758594"/>
                <a:gridCol w="921150"/>
                <a:gridCol w="975335"/>
              </a:tblGrid>
              <a:tr h="586261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586261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1.854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86.7%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6261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285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48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16.8%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586261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6261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586261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42.9%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6261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2.225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526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23.6%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CAPITAL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822"/>
                <a:gridCol w="1589230"/>
                <a:gridCol w="767214"/>
                <a:gridCol w="931618"/>
                <a:gridCol w="986419"/>
              </a:tblGrid>
              <a:tr h="490347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359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79.8%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77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20.8%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14.0%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37.5%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456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INTERIOR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822"/>
                <a:gridCol w="1589230"/>
                <a:gridCol w="767214"/>
                <a:gridCol w="931618"/>
                <a:gridCol w="986419"/>
              </a:tblGrid>
              <a:tr h="490347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81.9%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35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28.6%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13.9%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298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72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24.2%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2" cy="3432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686485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92.5%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216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18.5%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AM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2" cy="3432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686485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31.5%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94.4%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173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31.2%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2" cy="3432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686485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88.0%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12.0%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12.0%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141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17.7%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2" cy="3432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686485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69.6%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13.8%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17.4%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42.9%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119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19.3%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CAPITAL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822"/>
                <a:gridCol w="1589230"/>
                <a:gridCol w="767214"/>
                <a:gridCol w="931618"/>
                <a:gridCol w="986419"/>
              </a:tblGrid>
              <a:tr h="490347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90.0%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6.9%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113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17.7%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BA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2" cy="3432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686485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18.9%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RJ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2" cy="3432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686485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96.0%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28.1%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2" cy="3432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589"/>
                <a:gridCol w="1710150"/>
                <a:gridCol w="825589"/>
                <a:gridCol w="1002502"/>
                <a:gridCol w="1061472"/>
              </a:tblGrid>
              <a:tr h="1144143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144143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44143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79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22.8%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2" cy="343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858107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85810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90.9%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810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810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28.2%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2" cy="3432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572071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572071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39.6%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95.5%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2071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572071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2071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572071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31.9%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2" cy="343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858107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85810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36.8%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82.4%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810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30.0%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17.6%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810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48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35.4%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2" cy="3432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686485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32.1%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81.8%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24.4%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2" cy="3432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686485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81.8%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28.2%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DF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2" cy="3432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686485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75.0%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23.5%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2" cy="343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858107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85810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810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810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17.2%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INTERIOR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2" cy="343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858107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85810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85.7%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810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810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25.9%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PB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2" cy="3432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686485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80.0%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2" cy="343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858107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85810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75.0%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810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810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18.2%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2" cy="3432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589"/>
                <a:gridCol w="1710150"/>
                <a:gridCol w="825589"/>
                <a:gridCol w="1002502"/>
                <a:gridCol w="1061472"/>
              </a:tblGrid>
              <a:tr h="1144143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144143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44143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15.8%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39680" y="1371600"/>
            <a:ext cx="5364347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GERAL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39680" y="2205532"/>
          <a:ext cx="5364344" cy="4103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891"/>
                <a:gridCol w="1571374"/>
                <a:gridCol w="758594"/>
                <a:gridCol w="921150"/>
                <a:gridCol w="975335"/>
              </a:tblGrid>
              <a:tr h="586261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586261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1.854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89.0%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6261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285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7.0%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586261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6261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586261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6261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2.225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219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9.8%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CAPITAL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822"/>
                <a:gridCol w="1589230"/>
                <a:gridCol w="767214"/>
                <a:gridCol w="931618"/>
                <a:gridCol w="986419"/>
              </a:tblGrid>
              <a:tr h="490347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359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97.8%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77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456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9.9%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INTERIOR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822"/>
                <a:gridCol w="1589230"/>
                <a:gridCol w="767214"/>
                <a:gridCol w="931618"/>
                <a:gridCol w="986419"/>
              </a:tblGrid>
              <a:tr h="490347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85.7%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35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8.6%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8.6%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298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35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11.7%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2" cy="3432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686485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91.3%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216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10.6%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AM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2" cy="3432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686485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81.8%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173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6.4%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2" cy="3432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686485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80.0%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8.0%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141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2" cy="3432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686485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80.0%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6.9%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119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8.4%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CAPITAL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822"/>
                <a:gridCol w="1589230"/>
                <a:gridCol w="767214"/>
                <a:gridCol w="931618"/>
                <a:gridCol w="986419"/>
              </a:tblGrid>
              <a:tr h="490347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13.8%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34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113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BA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2" cy="3432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686485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6.6%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RJ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2" cy="3432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686485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11.2%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2" cy="3432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589"/>
                <a:gridCol w="1710150"/>
                <a:gridCol w="825589"/>
                <a:gridCol w="1002502"/>
                <a:gridCol w="1061472"/>
              </a:tblGrid>
              <a:tr h="1144143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144143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44143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79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12.7%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2" cy="343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858107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85810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810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810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11.5%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2" cy="3432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572071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572071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90.0%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2071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572071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2071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572071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14.5%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2" cy="343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858107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85810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71.4%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810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28.6%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810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48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14.6%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2" cy="3432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686485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66.7%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2" cy="3432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686485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5.1%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DF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2" cy="3432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686485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5.9%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2" cy="343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858107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85810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83.3%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810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810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20.7%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INTERIOR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2" cy="343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858107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85810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810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810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14.8%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PB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2" cy="3432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686485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21.7%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6485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2" cy="343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858107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85810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810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8107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4.5%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2" cy="3432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589"/>
                <a:gridCol w="1710150"/>
                <a:gridCol w="825589"/>
                <a:gridCol w="1002502"/>
                <a:gridCol w="1061472"/>
              </a:tblGrid>
              <a:tr h="1144143"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9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144143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44143">
                <a:tc>
                  <a:txBody>
                    <a:bodyPr/>
                    <a:lstStyle/>
                    <a:p>
                      <a:pPr algn="l"/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5.3%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