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583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2.718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611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284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18.7%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26.3%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19.7%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27.8%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29.7%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32.5%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22.6%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1.053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