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4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39680" y="1805482"/>
            <a:ext cx="5364347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2" y="1975104"/>
            <a:ext cx="5425305" cy="42793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7" y="1975104"/>
            <a:ext cx="5425305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COMPLICACAO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39680" y="1805482"/>
            <a:ext cx="5364347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2" y="1975104"/>
            <a:ext cx="5425305" cy="42793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7" y="1975104"/>
            <a:ext cx="5425305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78722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2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ORIENTACOES DO CUIDADO POS CIRURGICO | RESULTADO POR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67" y="1996821"/>
            <a:ext cx="5425305" cy="285750"/>
          </a:xfrm>
          <a:prstGeom prst="rect">
            <a:avLst/>
          </a:prstGeom>
          <a:noFill/>
        </p:spPr>
        <p:txBody>
          <a:bodyPr wrap="none" lIns="476250" rIns="0" tIns="0" bIns="0">
            <a:spAutoFit/>
          </a:bodyPr>
          <a:lstStyle/>
          <a:p>
            <a:pPr algn="l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7" y="2396871"/>
            <a:ext cx="5425305" cy="34324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