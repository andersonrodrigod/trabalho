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4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COMPLICACAO | RESULTADO POR ESTADO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2" y="1975104"/>
            <a:ext cx="5425305" cy="427939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67" y="1975104"/>
            <a:ext cx="5425305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COMPLICACAO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CAPITAL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INTERIOR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COMPLICACAO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COMPLICACAO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BA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COMPLICACAO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CAPITAL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COMPLICACAO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GO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RJ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COMPLICACAO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COMPLICACAO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SC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COMPLICACAO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INTERIOR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COMPLICACAO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COMPLICACAO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PB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DF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COMPLICACAO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PI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ORIENTACOES DO CUIDADO POS CIRURGICO | RESULTADO POR ESTADO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2" y="1975104"/>
            <a:ext cx="5425305" cy="427939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67" y="1975104"/>
            <a:ext cx="5425305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ORIENTACOES DO CUIDADO POS CIRURGICO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CAPITAL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INTERIOR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ORIENTACOES DO CUIDADO POS CIRURGICO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ORIENTACOES DO CUIDADO POS CIRURGICO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BA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ORIENTACOES DO CUIDADO POS CIRURGICO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CAPITAL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ORIENTACOES DO CUIDADO POS CIRURGICO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GO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RJ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ORIENTACOES DO CUIDADO POS CIRURGICO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ORIENTACOES DO CUIDADO POS CIRURGICO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SC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ORIENTACOES DO CUIDADO POS CIRURGICO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INTERIOR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ORIENTACOES DO CUIDADO POS CIRURGICO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ORIENTACOES DO CUIDADO POS CIRURGICO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PB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DF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ORIENTACOES DO CUIDADO POS CIRURGICO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371600"/>
            <a:ext cx="5425305" cy="891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PI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