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2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2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8.png"/><Relationship Id="rId5" Type="http://schemas.openxmlformats.org/officeDocument/2006/relationships/image" Target="../media/image3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40.png"/><Relationship Id="rId5" Type="http://schemas.openxmlformats.org/officeDocument/2006/relationships/image" Target="../media/image4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44.png"/><Relationship Id="rId5" Type="http://schemas.openxmlformats.org/officeDocument/2006/relationships/image" Target="../media/image4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COMPLICAÃ‡ÃƒO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39680" y="1371600"/>
            <a:ext cx="5364347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GERAL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680" y="2205532"/>
            <a:ext cx="5364347" cy="41038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COMPLICAÃ‡ÃƒO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SP CAPITAL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SP INTERIOR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COMPLICAÃ‡ÃƒO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CE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COMPLICAÃ‡ÃƒO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BA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AM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COMPLICAÃ‡ÃƒO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MG CAPITAL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COMPLICAÃ‡ÃƒO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GO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RJ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COMPLICAÃ‡ÃƒO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PR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PA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COMPLICAÃ‡ÃƒO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SC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COMPLICAÃ‡ÃƒO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MG INTERIOR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COMPLICAÃ‡ÃƒO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AL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MA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COMPLICAÃ‡ÃƒO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PB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DF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COMPLICAÃ‡ÃƒO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PI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ORIENTAÃ‡Ã•ES DO CUIDADO PÃ“S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39680" y="1371600"/>
            <a:ext cx="5364347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GERAL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680" y="2205532"/>
            <a:ext cx="5364347" cy="41038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ORIENTAÃ‡Ã•ES DO CUIDADO PÃ“S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SP CAPITAL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SP INTERIOR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ORIENTAÃ‡Ã•ES DO CUIDADO PÃ“S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CE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ORIENTAÃ‡Ã•ES DO CUIDADO PÃ“S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BA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AM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ORIENTAÃ‡Ã•ES DO CUIDADO PÃ“S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MG CAPITAL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ORIENTAÃ‡Ã•ES DO CUIDADO PÃ“S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GO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RJ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ORIENTAÃ‡Ã•ES DO CUIDADO PÃ“S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PR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PA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ORIENTAÃ‡Ã•ES DO CUIDADO PÃ“S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SC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ORIENTAÃ‡Ã•ES DO CUIDADO PÃ“S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MG INTERIOR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ORIENTAÃ‡Ã•ES DO CUIDADO PÃ“S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AL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MA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ORIENTAÃ‡Ã•ES DO CUIDADO PÃ“S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PB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DF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ORIENTAÃ‡Ã•ES DO CUIDADO PÃ“S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PI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